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Hongtao Hu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01T21:17:44.025">
    <p:pos x="96" y="96"/>
    <p:text>r^2 is lowkey messed up af but whatever.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00b567e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00b567e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f63a73fb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f63a73fb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f63a73fb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f63a73fb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f67c5ad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f67c5ad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f63a73fb9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f63a73fb9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f67c5ad3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f67c5ad3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f63a73fb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f63a73fb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f63a73fb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f63a73f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f63a73fb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f63a73fb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63a73fb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f63a73fb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63a73fb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f63a73fb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f63a73fb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f63a73fb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f63a73fb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f63a73fb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48900" y="676175"/>
            <a:ext cx="2286900" cy="3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Social Sciences _Cleaned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Total enrollment in Fall 2025: 3853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Total enrollment in Fall 2021: 3588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Difference (2025 - 2021): 265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Total number of classes: 1271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2496000" y="750250"/>
            <a:ext cx="22461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Business_cleanedfinal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enrollment in Fall 2025: 1717.0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enrollment in Fall 2021: 658.0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(2025 - 2021): 1059.0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number of classes: 314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667375" y="432825"/>
            <a:ext cx="17916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HUM_cleaned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Total enrollment in Fall 2025: 3788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Total enrollment in Fall 2021: 3384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Difference (2025 - 2021): 404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Total number of classes: 2633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326575" y="902250"/>
            <a:ext cx="30000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Natural Sciences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Total enrollment in Fall 2025: 6602.0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Total enrollment in Fall 2021: 5249.0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Difference (2025 - 2021): 1353.0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Total number of classes: 1840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2871125" y="2719625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EN_Cleaned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Total enrollment in Fall 2025: 5276.0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Total enrollment in Fall 2021: 3928.0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Difference (2025 - 2021): 1348.0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Total number of classes: 1738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00" y="144825"/>
            <a:ext cx="7719275" cy="477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2211700" y="0"/>
            <a:ext cx="446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CC0000"/>
                </a:solidFill>
                <a:highlight>
                  <a:schemeClr val="accent6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THIS IS ONE OF THE MOST IMPORTANT SLIDES</a:t>
            </a:r>
            <a:endParaRPr sz="1500">
              <a:solidFill>
                <a:srgbClr val="CC0000"/>
              </a:solidFill>
              <a:highlight>
                <a:schemeClr val="accent6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65925"/>
            <a:ext cx="8604974" cy="462517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5593400" y="4174925"/>
            <a:ext cx="35853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# NOTES: English has been combined into English and Creative Writing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# Modern and Classical Lit &amp; Culture has been combined into Modern Classic Lang, Lit, Cult"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</a:rPr>
              <a:t># Visual and Dramatic Arts is combined into simply Art, Theater is kept as is.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18200" y="1401750"/>
            <a:ext cx="1631100" cy="1061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429900" y="3782450"/>
            <a:ext cx="1631100" cy="1061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7627" y="791302"/>
            <a:ext cx="6964275" cy="430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1409350" y="293850"/>
            <a:ext cx="30660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056850" y="57700"/>
            <a:ext cx="4818900" cy="7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&gt; course_linreg$coefficients</a:t>
            </a:r>
            <a:endParaRPr sz="9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(Intercept)           x 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4.1978139   0.3580797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y = 4.198 + 0.35x. </a:t>
            </a:r>
            <a:r>
              <a:rPr lang="en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p-value: &lt; 2.2e-16. 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839200" cy="475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300"/>
            <a:ext cx="9144000" cy="49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6271500" y="279425"/>
            <a:ext cx="27990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991225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4525" y="1885375"/>
            <a:ext cx="4796650" cy="296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5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5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751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6800" y="2725525"/>
            <a:ext cx="3801924" cy="23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0597" y="-114178"/>
            <a:ext cx="4664074" cy="288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25" y="23062"/>
            <a:ext cx="4220225" cy="260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